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E2608-323F-BB19-666E-1F65C5A18028}" v="563" dt="2025-12-02T12:45:57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9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8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88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9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11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70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45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39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59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97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433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555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849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432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04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03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37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40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999750"/>
            <a:ext cx="8825658" cy="2186035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Parking Lot Management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3450027"/>
            <a:ext cx="8825658" cy="21641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Capgemini Cloud Programming Assignment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dirty="0"/>
              <a:t>Sahana Hemraj</a:t>
            </a:r>
            <a:br>
              <a:rPr lang="en-US" dirty="0"/>
            </a:br>
            <a:r>
              <a:rPr lang="en-US" b="1" dirty="0">
                <a:ea typeface="+mn-lt"/>
                <a:cs typeface="+mn-lt"/>
              </a:rPr>
              <a:t>GitHub Repo: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your-link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DBFB-2D24-718D-F8AB-3E4A30C1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>
                <a:ea typeface="+mj-lt"/>
                <a:cs typeface="+mj-lt"/>
              </a:rPr>
              <a:t>Approach &amp;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3F1D-81A9-F4DD-8F62-86556844A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94565"/>
            <a:ext cx="8782644" cy="4221315"/>
          </a:xfrm>
        </p:spPr>
        <p:txBody>
          <a:bodyPr vert="horz" lIns="91440" tIns="45720" rIns="91440" bIns="4572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b="1" dirty="0"/>
              <a:t>Design Goals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Simple, modular, and extensible architecture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Follow separation of concerns (CLI, Core Logic, Models)</a:t>
            </a:r>
          </a:p>
          <a:p>
            <a:r>
              <a:rPr lang="en-US" dirty="0">
                <a:ea typeface="+mn-lt"/>
                <a:cs typeface="+mn-lt"/>
              </a:rPr>
              <a:t>Easy to test and understand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Minimal dependencies, pure Python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High-Level Architecture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CLI Layer (</a:t>
            </a:r>
            <a:r>
              <a:rPr lang="en-US" b="1" dirty="0">
                <a:latin typeface="Consolas"/>
              </a:rPr>
              <a:t>parking_lot.py</a:t>
            </a:r>
            <a:r>
              <a:rPr lang="en-US" b="1" dirty="0">
                <a:ea typeface="+mn-lt"/>
                <a:cs typeface="+mn-lt"/>
              </a:rPr>
              <a:t>)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Handles user commands, input validation, and displays output.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Core Logic (</a:t>
            </a:r>
            <a:r>
              <a:rPr lang="en-US" b="1" dirty="0">
                <a:latin typeface="Consolas"/>
              </a:rPr>
              <a:t>parking_lot_core.py</a:t>
            </a:r>
            <a:r>
              <a:rPr lang="en-US" b="1" dirty="0">
                <a:ea typeface="+mn-lt"/>
                <a:cs typeface="+mn-lt"/>
              </a:rPr>
              <a:t>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Slot creation using 40/40/remaining distribution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First-fit allocation algorithm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Park, Leave, Status, Find, Save, Load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Models (</a:t>
            </a:r>
            <a:r>
              <a:rPr lang="en-US" b="1" dirty="0">
                <a:latin typeface="Consolas"/>
              </a:rPr>
              <a:t>Slot</a:t>
            </a:r>
            <a:r>
              <a:rPr lang="en-US" b="1" dirty="0">
                <a:ea typeface="+mn-lt"/>
                <a:cs typeface="+mn-lt"/>
              </a:rPr>
              <a:t>, </a:t>
            </a:r>
            <a:r>
              <a:rPr lang="en-US" b="1" dirty="0">
                <a:latin typeface="Consolas"/>
              </a:rPr>
              <a:t>Vehicle</a:t>
            </a:r>
            <a:r>
              <a:rPr lang="en-US" b="1" dirty="0">
                <a:ea typeface="+mn-lt"/>
                <a:cs typeface="+mn-lt"/>
              </a:rPr>
              <a:t>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Simple </a:t>
            </a:r>
            <a:r>
              <a:rPr lang="en-US" dirty="0" err="1">
                <a:ea typeface="+mn-lt"/>
                <a:cs typeface="+mn-lt"/>
              </a:rPr>
              <a:t>dataclasses</a:t>
            </a:r>
            <a:r>
              <a:rPr lang="en-US" dirty="0">
                <a:ea typeface="+mn-lt"/>
                <a:cs typeface="+mn-lt"/>
              </a:rPr>
              <a:t> for clear representation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Allocation Strategy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Uses </a:t>
            </a:r>
            <a:r>
              <a:rPr lang="en-US" b="1" dirty="0">
                <a:ea typeface="+mn-lt"/>
                <a:cs typeface="+mn-lt"/>
              </a:rPr>
              <a:t>First-Fit</a:t>
            </a:r>
            <a:r>
              <a:rPr lang="en-US" dirty="0">
                <a:ea typeface="+mn-lt"/>
                <a:cs typeface="+mn-lt"/>
              </a:rPr>
              <a:t> allocation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Mapping: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SMALL → Small/Large/Oversize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LARGE → Large/Oversize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OVERSIZE → Oversize only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54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600F-FEA8-6186-6CA3-8CDCDFA3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Key Files and Folders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FC05F-0505-EBE3-CC85-859B557E1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94565"/>
            <a:ext cx="8776499" cy="390791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 dirty="0" err="1">
                <a:ea typeface="+mn-lt"/>
                <a:cs typeface="+mn-lt"/>
              </a:rPr>
              <a:t>parking_lot</a:t>
            </a:r>
            <a:r>
              <a:rPr lang="en-US" dirty="0">
                <a:ea typeface="+mn-lt"/>
                <a:cs typeface="+mn-lt"/>
              </a:rPr>
              <a:t>/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├── parking_lot.py                 # CLI entry point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├── models/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   ├── parking_lot_core.py        # Core business logic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   ├── slot.py                    # Slot model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   └── vehicle.py                 # Vehicle model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├── tests/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   └── test_parking_core.py       # Unit tests (</a:t>
            </a:r>
            <a:r>
              <a:rPr lang="en-US" dirty="0" err="1">
                <a:ea typeface="+mn-lt"/>
                <a:cs typeface="+mn-lt"/>
              </a:rPr>
              <a:t>pytest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│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└── README.md                      # Documentation, instructions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9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C98F-FB75-F9DE-CB03-3C7279B3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Process to Run, Test, and Verify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E95F-49BC-3DCF-958B-92E5A1406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Run the Application</a:t>
            </a:r>
          </a:p>
          <a:p>
            <a:pPr marL="0" indent="0">
              <a:buNone/>
            </a:pPr>
            <a:r>
              <a:rPr lang="en-US" dirty="0"/>
              <a:t>     </a:t>
            </a:r>
            <a:r>
              <a:rPr lang="en-US" dirty="0">
                <a:ea typeface="+mn-lt"/>
                <a:cs typeface="+mn-lt"/>
              </a:rPr>
              <a:t>python3 parking_lot.py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Available Commands</a:t>
            </a:r>
          </a:p>
          <a:p>
            <a:pPr marL="0" indent="0">
              <a:buNone/>
            </a:pPr>
            <a:r>
              <a:rPr lang="en-US" dirty="0"/>
              <a:t>    </a:t>
            </a:r>
            <a:r>
              <a:rPr lang="en-US" dirty="0">
                <a:ea typeface="+mn-lt"/>
                <a:cs typeface="+mn-lt"/>
              </a:rPr>
              <a:t>park &lt;plate&gt; &lt;size&gt;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leave &lt;</a:t>
            </a:r>
            <a:r>
              <a:rPr lang="en-US" dirty="0" err="1">
                <a:ea typeface="+mn-lt"/>
                <a:cs typeface="+mn-lt"/>
              </a:rPr>
              <a:t>slot_id</a:t>
            </a:r>
            <a:r>
              <a:rPr lang="en-US" dirty="0">
                <a:ea typeface="+mn-lt"/>
                <a:cs typeface="+mn-lt"/>
              </a:rPr>
              <a:t>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status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find &lt;plate&gt;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save [filename]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load [filename]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help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exit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39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52A1-1D5C-1505-AB17-D1F36E07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06970D1-ECCE-75D7-8610-38DEF7F689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4007286"/>
              </p:ext>
            </p:extLst>
          </p:nvPr>
        </p:nvGraphicFramePr>
        <p:xfrm>
          <a:off x="1155700" y="2603500"/>
          <a:ext cx="8824912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1672606977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4101921895"/>
                    </a:ext>
                  </a:extLst>
                </a:gridCol>
              </a:tblGrid>
              <a:tr h="224064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3. Verification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Parking assigns correct first-fit slot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Leaving frees the slot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Status displays all slots + occupancy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Find returns correct slot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Save/Load restores state from JSON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sz="1800" b="1" i="0" u="none" strike="noStrike" noProof="0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447422"/>
                  </a:ext>
                </a:extLst>
              </a:tr>
              <a:tr h="3235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97902"/>
                  </a:ext>
                </a:extLst>
              </a:tr>
              <a:tr h="3235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672473"/>
                  </a:ext>
                </a:extLst>
              </a:tr>
              <a:tr h="3235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92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906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DCA3E-24D6-FD40-6B57-5AC3F4F8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Test Data &amp; Seed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B6FB9-D68F-66FF-99A8-39487FA95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Seed Data Used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  Example initial run: Enter total number of parking slots: 10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                                   SMALL: 4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                                   LARGE: 4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                                      OVERSIZE: 2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 Test Cases Executed : Parking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                                       park ABC123 small  → slot 1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                                            park LRG001 large  → slot 5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                                            park TRK999 oversize → slot 9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/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45770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0D1F6-9435-2A14-DA7F-E1A510CC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94E91-C528-D1D2-B730-FE4388424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18033"/>
            <a:ext cx="8782644" cy="460231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C3BB0-D369-9439-85E4-DD17DD89C590}"/>
              </a:ext>
            </a:extLst>
          </p:cNvPr>
          <p:cNvSpPr txBox="1"/>
          <p:nvPr/>
        </p:nvSpPr>
        <p:spPr>
          <a:xfrm>
            <a:off x="596080" y="2279855"/>
            <a:ext cx="9955162" cy="4739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Duplicates</a:t>
            </a:r>
          </a:p>
          <a:p>
            <a:endParaRPr lang="en-US" sz="1400" dirty="0"/>
          </a:p>
          <a:p>
            <a:r>
              <a:rPr lang="en-US" sz="1400" dirty="0"/>
              <a:t>park ABC123 small → duplicate warning</a:t>
            </a:r>
          </a:p>
          <a:p>
            <a:endParaRPr lang="en-US" sz="1400" dirty="0"/>
          </a:p>
          <a:p>
            <a:r>
              <a:rPr lang="en-US" sz="1400" b="1" dirty="0"/>
              <a:t>Finding &amp; Leaving</a:t>
            </a:r>
            <a:endParaRPr lang="en-US" sz="1400" dirty="0"/>
          </a:p>
          <a:p>
            <a:r>
              <a:rPr lang="en-US" sz="1400" dirty="0">
                <a:latin typeface="Consolas"/>
              </a:rPr>
              <a:t>find ABC123 → slot 1
leave 1 → Slot 1 freed
leave 1 → already free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Save &amp; Load</a:t>
            </a:r>
            <a:endParaRPr lang="en-US" sz="1400" dirty="0"/>
          </a:p>
          <a:p>
            <a:r>
              <a:rPr lang="en-US" sz="1400" dirty="0">
                <a:latin typeface="Consolas"/>
              </a:rPr>
              <a:t>save my_state.json
load </a:t>
            </a:r>
            <a:r>
              <a:rPr lang="en-US" sz="1400" dirty="0" err="1">
                <a:latin typeface="Consolas"/>
              </a:rPr>
              <a:t>my_state.json</a:t>
            </a:r>
            <a:r>
              <a:rPr lang="en-US" sz="1400" dirty="0">
                <a:latin typeface="Consolas"/>
              </a:rPr>
              <a:t>
status → restored data</a:t>
            </a:r>
            <a:endParaRPr lang="en-US" sz="1400" dirty="0"/>
          </a:p>
          <a:p>
            <a:br>
              <a:rPr lang="en-US" sz="1400" dirty="0"/>
            </a:br>
            <a:r>
              <a:rPr lang="en-US" sz="1400" b="1" dirty="0"/>
              <a:t>Unit Tests (</a:t>
            </a:r>
            <a:r>
              <a:rPr lang="en-US" sz="1400" b="1" err="1"/>
              <a:t>pytest</a:t>
            </a:r>
            <a:r>
              <a:rPr lang="en-US" sz="1400" b="1" dirty="0"/>
              <a:t>)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err="1">
                <a:ea typeface="+mn-lt"/>
                <a:cs typeface="+mn-lt"/>
              </a:rPr>
              <a:t>park_vehicle</a:t>
            </a:r>
            <a:r>
              <a:rPr lang="en-US" sz="1400" dirty="0">
                <a:ea typeface="+mn-lt"/>
                <a:cs typeface="+mn-lt"/>
              </a:rPr>
              <a:t>()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err="1">
                <a:ea typeface="+mn-lt"/>
                <a:cs typeface="+mn-lt"/>
              </a:rPr>
              <a:t>leave_slot</a:t>
            </a:r>
            <a:r>
              <a:rPr lang="en-US" sz="1400" dirty="0">
                <a:ea typeface="+mn-lt"/>
                <a:cs typeface="+mn-lt"/>
              </a:rPr>
              <a:t>()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err="1">
                <a:ea typeface="+mn-lt"/>
                <a:cs typeface="+mn-lt"/>
              </a:rPr>
              <a:t>find_by_plate</a:t>
            </a:r>
            <a:r>
              <a:rPr lang="en-US" sz="1400" dirty="0">
                <a:ea typeface="+mn-lt"/>
                <a:cs typeface="+mn-lt"/>
              </a:rPr>
              <a:t>()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save/load state</a:t>
            </a:r>
            <a:endParaRPr lang="en-US" sz="1400" dirty="0"/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8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1139-C8EC-2FA9-ED93-469AF226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Thank You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FBE4B-0726-3887-A003-6F49BB986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GitHub Repo: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your link</a:t>
            </a:r>
            <a:br>
              <a:rPr lang="en-US" i="1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Email : sahanasahanah812@gmail.com</a:t>
            </a:r>
            <a:endParaRPr lang="en-US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5175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 Boardroom</vt:lpstr>
      <vt:lpstr>Parking Lot Management System</vt:lpstr>
      <vt:lpstr>Approach &amp; Design</vt:lpstr>
      <vt:lpstr>Key Files and Folders</vt:lpstr>
      <vt:lpstr>Process to Run, Test, and Verify</vt:lpstr>
      <vt:lpstr>PowerPoint Presentation</vt:lpstr>
      <vt:lpstr>Test Data &amp; Seed Data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139</cp:revision>
  <dcterms:created xsi:type="dcterms:W3CDTF">2025-12-02T12:17:32Z</dcterms:created>
  <dcterms:modified xsi:type="dcterms:W3CDTF">2025-12-02T12:48:10Z</dcterms:modified>
</cp:coreProperties>
</file>